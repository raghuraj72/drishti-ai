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E6B7-684F-137C-8C3D-9CDED45A4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DBE52-3FD6-D358-4CA5-F5692B049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10F49-8E54-068E-A70C-76BFF116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79DF-99B2-B4A9-C7C5-7813AD50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7621-1806-3EA1-BDA6-408F7B01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6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0B98-E639-11C2-6D9E-BB56128A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4C89-C016-2DD9-5A99-E533A2EB7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51389-F59C-0500-468F-DC79DE6B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EA9C-E1CB-684C-9914-9A023F6D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DADA7-3641-8417-9CC9-FBDE9BF23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9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59FA-8977-E401-32AF-94788C47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68D5-7F36-E51C-AC78-F33A1B9A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2D08-7CD2-3767-68AA-63350F55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E6F0-1721-D0BC-748C-92A551A6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65DBF-57CC-FDDD-5EAF-4AD7FF51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3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39B1-9DB3-5BFF-0810-8E250BC4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CC58-16E5-984D-6DCA-D28402D92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A91B0-5D91-6BAE-306F-B80FAD3A5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EEF32-436A-FF09-2BB3-C2690FAC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CF56-C74A-9247-6127-DC08687F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3FD51-0A3D-FD12-BAFA-5CF67846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9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E9F5-C447-25E2-7E28-2F0D9A58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73E4C-8708-8C5D-8C0F-FEA9D268A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5320E-CC14-9A33-D337-A05C6FA12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B725B-BC17-62E0-F896-525B45554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B3998-05A5-013C-6A01-46C488302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456B6-C71F-9F21-5E42-BA0AA7E1C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A41B1-5729-44CA-C84B-7803763A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F0B0E-1580-F33D-36FA-6DD56700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5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F783-2BA5-1B6C-E77E-BBDB15D7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9C01-2E5A-628E-090B-EFD6A84A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39E2C-10EA-9059-F259-BC294E7D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28FDE-C61E-ED3B-C541-5D2EAA73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3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35C93-5550-2D22-0A66-B0382AED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3CDB8-6EBD-BA39-09CA-8066D6C6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F7ED4-A172-BD77-2BAA-FBA0EB4A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54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E6A9-354A-E47D-0BBF-89AC1EFB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7A7C-C62C-64C3-271B-D401C0BAF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224CA-2265-F94D-F833-D455096CB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F680F-304D-0B00-84A9-04C7646F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945F-92F4-75E5-4213-7E080BFB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22E90-A781-F2C4-9FC2-DAF6F2BE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89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2EE4-8063-AFB2-DD3E-5071D9B4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F0B23-04E4-AB41-B546-F0EE5BEEE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CF03F-1372-6CDC-2D7C-2C217F0BA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C1D8A-7FDC-9FF1-0E66-35AD4F0A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BA045-FFF9-38DC-170A-CEA3A859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6BCA0-8235-4E2C-1AC8-6E19BBA0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59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F7D5-2212-B436-E438-94501649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578A1-CE14-1B24-537A-9E356517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4AC8-176A-8BB9-5F73-394DE6F8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BC2B-B375-753B-BF2D-D3FA6C65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54B2B-20F7-6487-6D4A-9D8AF51D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6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90375-26EB-8D27-5AA4-BD050C38C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E61E-FD9F-2F0D-893A-12F965A80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F19C-0869-C4D4-E7B9-6B1BFAAE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68BB-8A93-3C8A-44A9-0130BAEA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EE129-B996-8A87-778A-91F72B5B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633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FA270-6F0E-28FE-9746-D6725579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0CA34-F8B5-CAE6-1D1A-2B22C243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4EF3-8BF4-F6DB-0653-7BAE28206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4353C-B75C-8D57-148C-2302909FB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D4702-F824-BA38-3161-11F11E2E5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7E5F-4AB6-9D96-2E95-C7EE737F9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t>DRISHTI-AI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D8870-8D01-11D6-072A-BEB4EAB963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Multi-Modal AI Border Threat Detection &amp; Command System</a:t>
            </a:r>
          </a:p>
          <a:p>
            <a:r>
              <a:t>SEVA FIRST 2026</a:t>
            </a:r>
          </a:p>
        </p:txBody>
      </p:sp>
      <p:pic>
        <p:nvPicPr>
          <p:cNvPr id="6" name="Picture 5" descr="sarkari-awas, NCT Delhi">
            <a:extLst>
              <a:ext uri="{FF2B5EF4-FFF2-40B4-BE49-F238E27FC236}">
                <a16:creationId xmlns:a16="http://schemas.microsoft.com/office/drawing/2014/main" id="{55F2EF34-34C1-48C7-E1E7-5896B876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197" y="172476"/>
            <a:ext cx="967945" cy="949887"/>
          </a:xfrm>
          <a:prstGeom prst="rect">
            <a:avLst/>
          </a:prstGeom>
        </p:spPr>
      </p:pic>
      <p:pic>
        <p:nvPicPr>
          <p:cNvPr id="7" name="Picture 6" descr="Delhi Technological University - Wikipedia">
            <a:extLst>
              <a:ext uri="{FF2B5EF4-FFF2-40B4-BE49-F238E27FC236}">
                <a16:creationId xmlns:a16="http://schemas.microsoft.com/office/drawing/2014/main" id="{E039164F-5FD6-CB0E-5C0B-43A8BF8B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99" y="150583"/>
            <a:ext cx="914324" cy="911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42C711-E16D-F70D-159D-F58808092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755" y="215897"/>
            <a:ext cx="2052651" cy="9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3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303D-4FB9-6F69-8099-1598CE98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F63FD-0BA0-1122-B420-BF99CD4D7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99C8E0FB-13AC-FAE0-B97C-335F38DA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9C64560D-AECB-5C6D-694D-1D2B4592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E3AFBC-770B-2F21-B0C8-25C704654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9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1F84-F097-73DB-CF06-762F3288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FBCA-2C32-70D6-88EC-2F89389E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Detailed 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8CF9F-DE10-4F22-B7FE-75A8592D6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2C7A2B9-8F70-753F-C7B4-FDDB65CCF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DA9A51E-59F2-900E-35ED-2463F296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DC046C-0BFB-0FFB-277F-E027CCBB1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6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870E-1252-5E84-BF35-F763EB27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1424-AD7C-FDED-B0FE-EC1ACE12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Evidence/data/survey/interviews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154D-B1E6-3521-A1A1-35499EDF6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04638DB-888F-3AD9-D309-3CD8B6BF9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66A78317-4976-D50F-3994-D9B587BA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627924-9FBF-0773-4545-11C09D20B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0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2E77-A458-6165-31E7-7C792D56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7482-0A5F-322E-9205-A394C1F9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solutions and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746F-974D-0653-8CD4-CA741E0EF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F4D9B38-4D07-1A07-0162-4AC7076F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A488FCE-40A2-54A9-DC3D-903A9551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2A09A6-0B48-8AE2-4A86-1045468D4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B4201-4DF5-2820-3050-C2634678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7D53-214D-1B8C-5C01-521CFE7B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Proposed technical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7BEF-30CA-3294-7DF1-64BA6C513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6E08C60-3570-4E17-3AC7-E6AF1095B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85D7929-DFE1-E4BA-596E-C0C91042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305BB7-4445-B024-EBA0-44F0F8BAE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2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D914-07AF-6485-3C70-9940957A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787A-43DF-C9B7-57F2-4FA5F7BE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Conceptual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216CE-5E14-2E0B-860E-3CA41F6E1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212571F5-70D1-AC2B-989B-A8E5032AB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51680BB-E158-E122-6531-10BFD7DCF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55B462-53DA-42BA-631D-E6C07CC5F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1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621A-4351-E840-9EC9-CF88A741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911C-2839-E462-ABB4-3EBFEAE1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8372-8722-8442-6347-88D640EB6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7162D58D-E373-D9B1-B8D9-6875948DA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6AC7A10-37A6-4ABD-8686-193B376B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3C355-9A34-DCD0-EF0A-FCB877C46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1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2B39-510F-9A75-9C72-1F12CF1E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FFBF-13B9-5DED-D98D-DB567C11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Preliminary calculations/simulation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2CC36-EFFE-9BA5-BE82-12642D80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0205520-2E90-6E01-213D-4AACCF549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2BEF8177-2542-69D3-D143-62FA873E9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877C90-4B92-9739-46C8-4B0ED6E11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7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F3BA-C4FF-2DA7-3694-800B3A66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DBFF-91D0-4117-4B09-2874947F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Estimated cost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F1006-D841-DF49-8B08-8BCF24D6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76125E3B-1911-D51F-CEDD-A1871D8A8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0F02010-3E33-7C17-E2AE-886DCA9EF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E3890A-BBC5-001E-3210-D3F815BBF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9CB5-CD31-82BE-1CF9-EBA34FAE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9E94-4186-F385-030C-AD454E87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Expected beneficiaries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2FF0-0606-E950-576C-7A1B31069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9A7CF-8E92-8C60-2089-01CC8FCE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3CA23A22-D5DA-5820-55E9-CD2C4C64C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9968FE-0651-201A-F19C-54A0526EE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2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F568-69F1-7CCF-4C73-9A208601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CF56-0269-8D62-9C03-A550575B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development plan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C1107-B79C-FBE1-B76C-9F8832B72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BFC73C0-BA21-8C9A-6E3B-D533E1369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344BCE5-776B-8B1D-4A67-FBDD7D31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A8E72D-D142-81E3-14D9-6FE38C706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2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9E7D2-3D7B-DCD5-5857-8D96F855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1BA7-00E1-6A9A-583D-A04517DA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Evidence of user/problem interaction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EBAB-2B56-09D3-5C80-B47FC4A7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D9EDEEA8-E8D5-7D23-027C-081E3800A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5762C7C9-47D5-0B33-A8A2-22F641A0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DF40D5-7EDB-F6DD-575B-A674210C7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4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C307-D21D-F414-335D-FDEE4EAB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C243-EA40-2C8E-8B5B-E6430B63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75-day work plan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9180-5939-99F5-F4AF-88209746B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ED2DA1EE-4940-DB8D-CEAC-53BB5E99F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A5ACC07-9AAE-EFBD-6543-290B145D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F38EE8-B077-7FE4-2FF3-986FB6089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9A8C-54B4-B480-8122-4B625E3D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AEA0-B1DF-668F-9B1B-93162A84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composition and roles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2F34-A5E0-3337-2816-B5A383E04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9FE73E6-9BFF-2001-4608-A7F1DEDB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BA2C5D0-7FC2-2AE2-3F6B-D8AC3E2F0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72CB08-BC8C-4051-6FF5-4A59DA55B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0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4CDE-80CD-6251-D66B-9E117B3B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5801-3DDF-B9F3-DBFD-BF6B86B8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Resource/facility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6705-E86D-3054-66F8-36CEF750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DF590-CBAD-E3B9-2DFE-B063A433C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498115C-D6F5-C441-6722-0CB792CB7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B8A36-F362-72F3-A0CB-95F02F9C1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0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8ED-E0EB-B7B1-6BFB-FE6F7D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55C1-D5AD-A879-C24E-B42395E8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Entry and Target TRL, if any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A3DB-7C6E-9DEB-059E-7BABCFC95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4DCDDF0-4A5F-B9AD-E558-FD592FB5F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FBCC5ED-96BD-6699-FD48-7AC48764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1F6299-AA86-6630-C978-91571704B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5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3F62-127D-C8B7-3508-19E09DDB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86B6-B268-27A8-D83E-6FF95AE4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Technical drawings/calculations/simulation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0125-EFE7-E478-905E-7CE6C91D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1D77E2F-8874-3140-E444-5BDE745B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AE0E6265-0D04-5C0B-ECE3-EFD222B85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DDC24-6331-F727-D403-81E918D15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63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9141-28A7-7D4B-062D-2B52D890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8A02-4CAB-77EA-E331-66CF7373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Literature/patent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A2D9-CE2A-FA43-85C7-B5D20452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C28C275F-DBD3-3122-9E24-5580A5CCF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6717362-58BA-5D99-22E1-5456E0CA4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29069B-E260-F1E7-4582-1955DB972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6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C758-D98E-EC0D-137C-8BA5260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166F-84D1-1920-042B-806B1769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Laboratory/fabrication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BBD6-8786-8620-1946-938B08EC2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B97EF7FC-8405-D0D3-E112-5B60EEE5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112EA4E-B5FA-70C1-48EB-E74E04BC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2F1F11-242B-C930-F59B-2276292B5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7E14-CA71-F0CA-0472-6F6CA9D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Novelty and IPR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F562-3AC0-36AD-EED4-24D2E802D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042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36A3-3E92-60F5-446D-C9A7940D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D649-8D51-7C25-3C89-9CAC68DB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6A6F5-A12A-09BD-619F-90B47CEC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F8EDBA9-787D-F974-B4AA-B7BE69B83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554" y="99167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158E10A-4263-F823-8FC2-FEB7B4289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DA9026-D382-D029-6337-680A70A1B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58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9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88</Words>
  <Application>Microsoft Office PowerPoint</Application>
  <PresentationFormat>Widescreen</PresentationFormat>
  <Paragraphs>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  SEVA FIRST  Innovation Challenge 2026 </vt:lpstr>
      <vt:lpstr>TEAM DETAILS</vt:lpstr>
      <vt:lpstr>Detailed problem statement </vt:lpstr>
      <vt:lpstr>Evidence/data/survey/interviews </vt:lpstr>
      <vt:lpstr>Existing solutions and limitations </vt:lpstr>
      <vt:lpstr>Proposed technical solution </vt:lpstr>
      <vt:lpstr>Conceptual architecture </vt:lpstr>
      <vt:lpstr>Working principle </vt:lpstr>
      <vt:lpstr>Preliminary calculations/simulation </vt:lpstr>
      <vt:lpstr>Estimated cost </vt:lpstr>
      <vt:lpstr>Expected beneficiaries </vt:lpstr>
      <vt:lpstr>Initial development plan </vt:lpstr>
      <vt:lpstr>Evidence of user/problem interaction </vt:lpstr>
      <vt:lpstr>75-day work plan </vt:lpstr>
      <vt:lpstr>Team composition and roles </vt:lpstr>
      <vt:lpstr>Resource/facility requirements </vt:lpstr>
      <vt:lpstr>Entry and Target TRL, if any </vt:lpstr>
      <vt:lpstr>Technical drawings/calculations/simulation </vt:lpstr>
      <vt:lpstr>Literature/patent survey </vt:lpstr>
      <vt:lpstr>Laboratory/fabrication access</vt:lpstr>
      <vt:lpstr>Novelty and IPR potential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Kaustubh Ranjan Singh</dc:creator>
  <cp:lastModifiedBy>Kaustubh Ranjan Singh</cp:lastModifiedBy>
  <cp:revision>5</cp:revision>
  <dcterms:created xsi:type="dcterms:W3CDTF">2026-09-12T15:14:32Z</dcterms:created>
  <dcterms:modified xsi:type="dcterms:W3CDTF">2026-09-24T13:43:59Z</dcterms:modified>
</cp:coreProperties>
</file>